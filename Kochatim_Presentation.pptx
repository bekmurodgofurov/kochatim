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2" d="100"/>
          <a:sy n="122" d="100"/>
        </p:scale>
        <p:origin x="7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54480" y="484468"/>
            <a:ext cx="1645920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0" y="4297679"/>
            <a:ext cx="201168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3320" y="3246120"/>
            <a:ext cx="822960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Ko'chatim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E6C9"/>
                </a:solidFill>
              </a:rPr>
              <a:t>Greenhouse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657600"/>
            <a:ext cx="2560320" cy="3657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3794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Seedling Inventory · Sales · Partners ·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Transforming how
greenhouse gardeners
manage their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4F"/>
                </a:solidFill>
              </a:rPr>
              <a:t>A full-stack platform connecting Telegram Bot,
Web Dashboard, and REST API — all in one unified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4114800"/>
            <a:ext cx="13716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114800"/>
            <a:ext cx="1371600" cy="25603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Telegram 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4114800"/>
            <a:ext cx="1371600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6217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kochatim.uz  ·  Full-Stack  ·  React + Flask + PostgreSQL</a:t>
            </a:r>
          </a:p>
        </p:txBody>
      </p:sp>
      <p:pic>
        <p:nvPicPr>
          <p:cNvPr id="19" name="Picture 18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484468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82880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116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Challenges Facing Seedling Gardeners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6858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Without digital tools, greenhouse operations rely on fragile manual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39903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Manual Inventory
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8424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Gardeners use paper notebooks or memory to track seedling counts across dozens of varieties — leading to costly errors and overselling.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23444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43984" y="139903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No Sales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98424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Sales data is scattered across receipts and memory. There's no way to see which seedlings sell best or track revenue over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23444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57616" y="139903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Partner
Collaboration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98424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Sharing inventory or coordinating with fellow gardeners requires phone calls and manual cross-checking — slow and error-prone.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386791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No Mobile-First
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45312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Existing farm software is desktop-only or too complex. Gardeners need a simple tool they already know — like Telegram.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370332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43984" y="386791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3840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Security &amp;
Access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45312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Shared spreadsheets have no access control. Anyone with the link can edit data, and there's no audit trail of who changed what.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3024" y="3703320"/>
            <a:ext cx="3730752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57616" y="3867912"/>
            <a:ext cx="5029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4" y="3840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Multi-Grade
Inventory Chaos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453128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Seedlings come in 3 quality grades. Tracking grade-1, grade-2, and grade-3 stock separately is nearly impossible without software.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675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B5E20"/>
                </a:solidFill>
              </a:rPr>
              <a:t>These pain points leave gardeners operating blind — wasting time, losing revenue, and missing growth opportunities.</a:t>
            </a:r>
          </a:p>
        </p:txBody>
      </p:sp>
      <p:pic>
        <p:nvPicPr>
          <p:cNvPr id="35" name="Picture 34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1031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Ko'chatim — One Platform, Every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685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A unified ecosystem that meets gardeners where they already are — Telegram and the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30752" cy="5120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307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Telegram 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78608"/>
            <a:ext cx="109728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Onboarding via phone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28416"/>
            <a:ext cx="109728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Add inventory by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78224"/>
            <a:ext cx="109728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6849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Record sales in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828032"/>
            <a:ext cx="109728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71830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Partner invite deep-links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577840"/>
            <a:ext cx="109728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4681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OTP code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234440"/>
            <a:ext cx="3730752" cy="5120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9392" y="1234440"/>
            <a:ext cx="37307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43984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Web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578608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2" y="24688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Real-time inventory 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32841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90872" y="321868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Sales history &amp; pie charts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078224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0872" y="396849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Partner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82803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90872" y="471830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Active session 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57784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90872" y="54681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Dark / Light theme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1234440"/>
            <a:ext cx="3730752" cy="5120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93024" y="1234440"/>
            <a:ext cx="3730752" cy="1051560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57616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REST API Backend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4192" y="2578608"/>
            <a:ext cx="109728" cy="109728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4504" y="24688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Flask + PostgreSQL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94192" y="3328416"/>
            <a:ext cx="109728" cy="109728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04504" y="321868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Session &amp; API-key auth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94192" y="4078224"/>
            <a:ext cx="109728" cy="109728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4504" y="396849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60-second cache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4828032"/>
            <a:ext cx="109728" cy="109728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04504" y="471830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Parallel DB queries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94192" y="5577840"/>
            <a:ext cx="109728" cy="109728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04504" y="54681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ImgBB image hosting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78224" y="3657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D32"/>
                </a:solidFill>
              </a:rPr>
              <a:t>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6" y="3657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D32"/>
                </a:solidFill>
              </a:rPr>
              <a:t>↔</a:t>
            </a:r>
          </a:p>
        </p:txBody>
      </p:sp>
      <p:pic>
        <p:nvPicPr>
          <p:cNvPr id="53" name="Picture 5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560320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How Everything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005840"/>
            <a:ext cx="21031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👤 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286000" cy="685800"/>
          </a:xfrm>
          <a:prstGeom prst="rect">
            <a:avLst/>
          </a:prstGeom>
          <a:solidFill>
            <a:srgbClr val="E3F2FD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📱 Telegram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103120"/>
            <a:ext cx="228600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🌐 Web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20440"/>
            <a:ext cx="2651760" cy="731520"/>
          </a:xfrm>
          <a:prstGeom prst="rect">
            <a:avLst/>
          </a:prstGeom>
          <a:solidFill>
            <a:srgbClr val="E8EAF6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3593"/>
                </a:solidFill>
              </a:rPr>
              <a:t>🤖 Telegram Bot
(Aiogram 2.x)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520440"/>
            <a:ext cx="2651760" cy="731520"/>
          </a:xfrm>
          <a:prstGeom prst="rect">
            <a:avLst/>
          </a:prstGeom>
          <a:solidFill>
            <a:srgbClr val="E8F5E9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⚡ Mini App / React
(kochatim.uz)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754880"/>
            <a:ext cx="3931920" cy="822960"/>
          </a:xfrm>
          <a:prstGeom prst="rect">
            <a:avLst/>
          </a:prstGeom>
          <a:solidFill>
            <a:srgbClr val="FFF8E1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F00"/>
                </a:solidFill>
              </a:rPr>
              <a:t>⚙️  Flask REST 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66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74F"/>
                </a:solidFill>
              </a:rPr>
              <a:t>Session Auth  ·  API Key Auth  ·  CORS  ·  Connection Pool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5852160"/>
            <a:ext cx="2286000" cy="685800"/>
          </a:xfrm>
          <a:prstGeom prst="rect">
            <a:avLst/>
          </a:prstGeom>
          <a:solidFill>
            <a:srgbClr val="FDE6D5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5852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🗄️ 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opens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opens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REST /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REST /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605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→ SQL</a:t>
            </a:r>
          </a:p>
        </p:txBody>
      </p:sp>
      <p:pic>
        <p:nvPicPr>
          <p:cNvPr id="29" name="Picture 28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28600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Everything a Greenhouse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38988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Smart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08483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3-grade stock tracking (quality 1/2/3) per variety. Real-time updates. Negative-stock prevention. Full change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18872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188720"/>
            <a:ext cx="3749039" cy="54864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3" y="138988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6A"/>
                </a:solidFill>
              </a:rPr>
              <a:t>Sales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08483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Record sales via Telegram in one step. Auto-deducts from stock. Visual pie charts by category. Full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18872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38744" y="1188720"/>
            <a:ext cx="3749039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03336" y="138988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Partner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08483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Generate 7-day invite tokens. Accept/decline via bot. View partner's public inventory. Symmetric bidirectional links.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3749039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" y="399592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Secure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69087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Max 3 active sessions per user. Remote logout from any device. OTP via Telegram. SHA-256 token hashing.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379476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79392" y="3794760"/>
            <a:ext cx="3749039" cy="54864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43983" y="399592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F00"/>
                </a:solidFill>
              </a:rPr>
              <a:t>Live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469087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Dashboard with 60-second cache. 5 parallel DB queries. Pie charts, sales summary, category breakdown.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794760"/>
            <a:ext cx="3749039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38744" y="3794760"/>
            <a:ext cx="3749039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03336" y="3995928"/>
            <a:ext cx="5486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A047"/>
                </a:solidFill>
              </a:rPr>
              <a:t>Telegram-First 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69087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</a:rPr>
              <a:t>Onboard with phone share. Auto-login via Mini App. Deep-link partner invites. No app download needed.</a:t>
            </a:r>
          </a:p>
        </p:txBody>
      </p:sp>
      <p:pic>
        <p:nvPicPr>
          <p:cNvPr id="38" name="Picture 37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Two Secure Login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Path A — OTP Login (Phone + Telegram)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90472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90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User sends /start to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Bot prompts phone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76856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76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Bot calls POST /auth/request-code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87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Backend generates 6-digit OTP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900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OTP sent via Telegram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741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SHA-256 hash stored — not plaintext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9624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849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76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User enters code on web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POST /auth/verify-code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36008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636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628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Session token issued (32 bytes)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469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Token hash stored in DB, token sent to client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22392"/>
            <a:ext cx="3474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422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Stored in 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332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Max 3 sessions — oldest auto-revoked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822960"/>
            <a:ext cx="36576" cy="57607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868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6A"/>
                </a:solidFill>
              </a:rPr>
              <a:t>Path B — Telegram Mini App Auto-Login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90472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490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User opens bot → taps Web App button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8013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Opens kochatim.uz inside Telegram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276856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2276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2037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Mini App calls tg.ready() + tg.expand()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587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Full-screen Telegram WebApp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063240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9900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Reads window.Telegram.WebApp.initData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3741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Telegram-signed user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849624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3849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POST /auth/telegram-webapp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160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Server verifies HMAC-SHA256 signature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636008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4636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45628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Session token issued instantly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469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No OTP needed — seamless login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422392"/>
            <a:ext cx="347472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5422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Redirect to /dashboard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733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4F"/>
                </a:solidFill>
              </a:rPr>
              <a:t>is_registered check — onboard if needed</a:t>
            </a:r>
          </a:p>
        </p:txBody>
      </p:sp>
      <p:pic>
        <p:nvPicPr>
          <p:cNvPr id="59" name="Picture 58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Technologies &amp; Why We Chose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548640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49039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874519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⚛️ 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Component-based UI, fast state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807208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437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⚡ Vite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10-20× faster than CRA for build &amp; dev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3739896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76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📊 Recharts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239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SVG-based pie charts, React-native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4672583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5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🎨 Sass / SCSS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566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Variables, nesting, and design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5605272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641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🔗 React Router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URL → component mapping, protected 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1097280"/>
            <a:ext cx="3749039" cy="548640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9392" y="1097280"/>
            <a:ext cx="3749039" cy="594360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62272" y="1188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874519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1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🐍 Flask 3.0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2258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Micro-framework — only what is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3983" y="2807208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9431" y="28437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🐘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SERIAL, RETURNING, lateral JOINs, no lock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3983" y="3739896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9431" y="3776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🔌 Psycopg2 Pool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41239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Reuse connections, skip 150-300ms overhead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3983" y="4672583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9431" y="470915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🔐 Gunicorn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1" y="50566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Multi-worker WSGI for production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3983" y="5605272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99431" y="5641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📦 python-dotenv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1" y="5989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Secrets out of code and into .env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1097280"/>
            <a:ext cx="3749039" cy="548640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38744" y="1097280"/>
            <a:ext cx="3749039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21624" y="1188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Bot &amp; Infra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3336" y="1874519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58784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🤖 Aiogram 2.x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8784" y="2258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Async Telegram bot with FSM state machines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2807208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58784" y="28437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🖼️  ImgBB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8784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Free image hosting via base64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739896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8784" y="3776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🌍 ip-api.com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8784" y="41239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Free geolocation for session city display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3336" y="4672583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58784" y="470915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🔑 HMAC-SHA256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50566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Telegram initData verification (bot token)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3336" y="5605272"/>
            <a:ext cx="342900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58784" y="5641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⏱️  In-process Cache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58784" y="5989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60-second TTL avoids repeated DB hits</a:t>
            </a:r>
          </a:p>
        </p:txBody>
      </p:sp>
      <p:pic>
        <p:nvPicPr>
          <p:cNvPr id="62" name="Picture 61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Defense-in-Depth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94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Multiple independent layers ensure user data stays safe even if one layer is breached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OTP Hashing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5272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252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SHA-256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7335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The 6-digit OTP is never stored — only its SHA-256 hash is persisted. If the database leaks, the plaintext code remains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Token Hashing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25272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252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SHA-256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67335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Session tokens are stored as hashes. Stolen DB rows cannot be used to impersonate a logged-in user.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Timing Attack Guard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67004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hmac.compare_digest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090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All secret comparisons use hmac.compare_digest() which runs in constant time, blocking side-channel timing attacks.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56032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Telegram Verification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67004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HMAC-SHA256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90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Telegram Mini App initData is verified with HMAC-SHA256 using the bot token. Forged logins are impossible without the secret.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77639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0690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SQL Injection Shield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08736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3280" y="4087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%s placeholders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0799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Every database query uses psycopg2 parameterized queries (%s). String interpolation into SQL is never used anywhere.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977639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690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CORS Whitelist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408736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4087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Allowed origins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50799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Only kochatim.uz, app.kochatim.uz, and localhost:5173 may send credentialed requests. Other origins are rejected.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9496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486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Session Limit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50468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0" y="5504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Max 3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92531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A user can have at most 3 concurrent sessions. Creating a 4th auto-revokes the oldest — preventing unbounded token accumulation.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394960"/>
            <a:ext cx="5669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2828"/>
                </a:solidFill>
              </a:rPr>
              <a:t>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5486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Ownership Check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5504688"/>
            <a:ext cx="1554480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0" y="5504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</a:rPr>
              <a:t>u_id 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592531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Sales and inventory mutations verify that the seedling variety belongs to the requesting user before any write occurs.</a:t>
            </a:r>
          </a:p>
        </p:txBody>
      </p:sp>
      <p:pic>
        <p:nvPicPr>
          <p:cNvPr id="57" name="Picture 56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End-to-End User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🔐  OTP Login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User → /start in 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305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Bot → POST /auth/request-code  [API Key]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99232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89504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Backend → OTP hash stored  →  code sent to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58183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75818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4845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User → enters code on kochatim.uz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17136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5171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40740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Web → POST /auth/verify-code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76088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2760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166359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Backend → session_token issued  →  localStorage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822960"/>
            <a:ext cx="36576" cy="53035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868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📊  Dashboard Load Journey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4813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4813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13716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React App mounts  →  DashboardContext.fetchDashboard()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1671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1671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20574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GET /api/me/dashboard  [Bearer token]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8529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852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27432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60-second cache check  →  hit: instant return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5387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35387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34290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Cache miss: 5 parallel DB queries via ThreadPoolExecutor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2245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42245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41148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user  · categories  · types  · seedlings  · sales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9103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49103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8006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JSON merged  →  cached  →  sent to client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596128"/>
            <a:ext cx="256032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55961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54864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All pages (Dashboard, Inventory, Sales) read from 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⚡  Performance:  Sequential 5-query latency ~150ms  →  Parallel execution brings it to ~50ms</a:t>
            </a:r>
          </a:p>
        </p:txBody>
      </p:sp>
      <p:pic>
        <p:nvPicPr>
          <p:cNvPr id="52" name="Picture 51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PARTNER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Collaborative Gardener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Symmetric partner links let gardeners share public inventories and collaborate securely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73152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Generate Invite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00200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37474F"/>
                </a:solidFill>
              </a:rPr>
              <a:t>Gardener A clicks 'Add Partner' in web settings. A one-time token is created (valid 7 days). A shareable Telegram deep-link is returned: </a:t>
            </a:r>
            <a:r>
              <a:rPr sz="1050" b="0" i="0" dirty="0" err="1">
                <a:solidFill>
                  <a:srgbClr val="37474F"/>
                </a:solidFill>
              </a:rPr>
              <a:t>t.me</a:t>
            </a:r>
            <a:r>
              <a:rPr sz="1050" b="0" i="0" dirty="0">
                <a:solidFill>
                  <a:srgbClr val="37474F"/>
                </a:solidFill>
              </a:rPr>
              <a:t>/</a:t>
            </a:r>
            <a:r>
              <a:rPr sz="1050" b="0" i="0" dirty="0" err="1">
                <a:solidFill>
                  <a:srgbClr val="37474F"/>
                </a:solidFill>
              </a:rPr>
              <a:t>kochatim_bot?start</a:t>
            </a:r>
            <a:r>
              <a:rPr sz="1050" b="0" i="0" dirty="0">
                <a:solidFill>
                  <a:srgbClr val="37474F"/>
                </a:solidFill>
              </a:rPr>
              <a:t>=</a:t>
            </a:r>
            <a:r>
              <a:rPr sz="1050" b="0" i="0" dirty="0" err="1">
                <a:solidFill>
                  <a:srgbClr val="37474F"/>
                </a:solidFill>
              </a:rPr>
              <a:t>partner_TOKEN</a:t>
            </a:r>
            <a:endParaRPr sz="1050" b="0" i="0" dirty="0">
              <a:solidFill>
                <a:srgbClr val="37474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114300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73152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140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3042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Share the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15768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Gardener A sends the link to Gardener B via any channel. B clicks the link, which opens the Telegram bot with the partner token embedded in the /start payload.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28415"/>
            <a:ext cx="114300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328415"/>
            <a:ext cx="73152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198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Accept or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31335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The bot detects the partner_ prefix and presents Accept / Decline buttons. B's choice is sent to POST /api/partners/accept or /decline via the API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43984"/>
            <a:ext cx="114300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443984"/>
            <a:ext cx="73152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Link Established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46904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On accept: two symmetric rows are inserted — (A, B) and (B, A). Both users receive a Telegram confirmation. On decline: token is discarded, no changes occur.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59552"/>
            <a:ext cx="114300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5559552"/>
            <a:ext cx="73152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👁️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6509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View Partner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6062472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</a:rPr>
              <a:t>Each partner can browse the other's public dashboard at /gardeners/:u_id — seedling stock, categories, and types — without needing login.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583680"/>
            <a:ext cx="11521440" cy="1371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560320" cy="3474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PostgreSQL Schema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4864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1704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225295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2252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5361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Telegram ID, name, phone, username, age, profile photo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4864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1704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25295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2252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15361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Seedling groups (e.g. Fruit Trees, Flowers) — owned by a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48256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048256"/>
            <a:ext cx="54864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7" y="21214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176272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40280" y="21762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487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Varieties within a group (e.g. Apple – Fuji). Linked to a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48256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2048256"/>
            <a:ext cx="54864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21214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seedlings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176272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79" y="21762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2487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Stock counts per variety: quality_1, quality_2, quality_3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999232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2999232"/>
            <a:ext cx="54864" cy="822960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30723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seedlings_logs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127248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40280" y="3127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" y="343814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Audit log of every inventory change — who, when, how much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999232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2999232"/>
            <a:ext cx="54864" cy="8229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4807" y="30723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F00"/>
                </a:solidFill>
              </a:rPr>
              <a:t>img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3127248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3127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7" y="343814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Images: ImgBB URL or Telegram file_id, linked to a variety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950208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950208"/>
            <a:ext cx="54864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7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sales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4078224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40280" y="40782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7" y="43891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Sales records: variety, quantity sold, price, timestamp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50208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63640" y="3950208"/>
            <a:ext cx="54864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64807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login_codes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4078224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40782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7" y="43891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OTP codes stored as SHA-256 hash with TTL and used-flag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901184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4901184"/>
            <a:ext cx="54864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1207" y="49743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sessions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0280" y="5029200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40280" y="502920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7" y="534009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Active sessions: token hash, device name, IP, city, expiry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901184"/>
            <a:ext cx="5669280" cy="82296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63640" y="4901184"/>
            <a:ext cx="54864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64807" y="49743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partners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5029200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502920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4807" y="534009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Symmetric partner pairs: (A→B) and (B→A) stored as two rows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760720"/>
            <a:ext cx="11521440" cy="685800"/>
          </a:xfrm>
          <a:prstGeom prst="rect">
            <a:avLst/>
          </a:prstGeom>
          <a:solidFill>
            <a:srgbClr val="F8FAF8"/>
          </a:solidFill>
          <a:ln w="1524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0040" y="5760720"/>
            <a:ext cx="54864" cy="685800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1207" y="5833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6A"/>
                </a:solidFill>
              </a:rPr>
              <a:t>partner_invites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0280" y="5888736"/>
            <a:ext cx="640080" cy="2194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240280" y="58887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</a:rPr>
              <a:t>TABLE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7" y="6199631"/>
            <a:ext cx="11109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</a:rPr>
              <a:t>One-time invite tokens: 7-day expiry, single-use flag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7D8B"/>
                </a:solidFill>
              </a:rPr>
              <a:t>🔄  Auto-trigger: updated_at column refreshes on every UPDATE via PostgreSQL trigger function</a:t>
            </a:r>
          </a:p>
        </p:txBody>
      </p:sp>
      <p:pic>
        <p:nvPicPr>
          <p:cNvPr id="75" name="Picture 74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128016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0" y="314240"/>
            <a:ext cx="201168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-594360" y="3886200"/>
            <a:ext cx="2286000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31920" y="2743200"/>
            <a:ext cx="91440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33172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Ko'chatim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2834640" cy="457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E6C9"/>
                </a:solidFill>
              </a:rPr>
              <a:t>From Paper to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00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What Ko'chatim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371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3716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Real-time 3-grade inventory with full change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933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9339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Sales recording in one Telegram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61518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1518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Pie-chart analytics — category breakdown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369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236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Partner network with secure 7-day invite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858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85876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Dual auth: OTP + Telegram Mini App auto-login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480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480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SHA-256 token hashing, CORS whitelist, timing-safe 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023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10235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5-parallel-query dashboard cached for 60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7241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72414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Remote session management from any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6400800"/>
            <a:ext cx="6400800" cy="5486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65105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D8B"/>
                </a:solidFill>
              </a:rPr>
              <a:t>kochatim.uz  ·  React + Flask + PostgreSQL + Aiogram  ·  Open for greenhouse managers</a:t>
            </a:r>
          </a:p>
        </p:txBody>
      </p:sp>
      <p:pic>
        <p:nvPicPr>
          <p:cNvPr id="31" name="Picture 30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0844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1782</Words>
  <Application>Microsoft Macintosh PowerPoint</Application>
  <PresentationFormat>Custom</PresentationFormat>
  <Paragraphs>308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Bekmurod G'ofurov</cp:lastModifiedBy>
  <cp:revision>3</cp:revision>
  <dcterms:created xsi:type="dcterms:W3CDTF">2013-01-27T09:14:16Z</dcterms:created>
  <dcterms:modified xsi:type="dcterms:W3CDTF">2026-05-31T17:24:13Z</dcterms:modified>
  <cp:category/>
</cp:coreProperties>
</file>